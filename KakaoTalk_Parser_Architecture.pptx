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40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217920" y="731520"/>
            <a:ext cx="2560320" cy="1645920"/>
          </a:xfrm>
          <a:prstGeom prst="roundRect">
            <a:avLst>
              <a:gd name="adj" fmla="val 13889"/>
            </a:avLst>
          </a:prstGeom>
          <a:solidFill>
            <a:srgbClr val="FEE500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83680" y="1828800"/>
            <a:ext cx="2011680" cy="1097280"/>
          </a:xfrm>
          <a:prstGeom prst="roundRect">
            <a:avLst>
              <a:gd name="adj" fmla="val 16667"/>
            </a:avLst>
          </a:prstGeom>
          <a:solidFill>
            <a:srgbClr val="FEE500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868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KakaoTalk Parser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2801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E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80160" y="2468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that parses KakaoTalk chat exports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generates AI-powered daily summaries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80160" y="352044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280160" y="3520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4663440"/>
            <a:ext cx="7863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|  Dart  |  Riverpod  |  Claude / OpenAI / Gemini  |  Material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4864" cy="12344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1565C0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6184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framework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Windows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801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6184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SDK ^3.11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160520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safety, async/await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126480" y="1280160"/>
            <a:ext cx="54864" cy="1234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6184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^2.6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03720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+ sealed class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278892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40080" y="2788920"/>
            <a:ext cx="54864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12724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33192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OpenAI, Gemini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383280" y="278892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3383280" y="2788920"/>
            <a:ext cx="54864" cy="1234440"/>
          </a:xfrm>
          <a:prstGeom prst="rect">
            <a:avLst/>
          </a:prstGeom>
          <a:solidFill>
            <a:srgbClr val="9965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3566160" y="3017520"/>
            <a:ext cx="502920" cy="502920"/>
          </a:xfrm>
          <a:prstGeom prst="ellipse">
            <a:avLst/>
          </a:prstGeom>
          <a:solidFill>
            <a:srgbClr val="99651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888" y="312724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160520" y="33192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storage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settings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26480" y="278892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6126480" y="2788920"/>
            <a:ext cx="54864" cy="12344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1565C0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12724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0372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903720" y="33192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design system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support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Font: BMJUA (배달의민족 주아체)  |  Theme: Deep Blue + KakaoTalk Yellow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EE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main.dart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models/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chat_message.dart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chat_room.dart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daily_digest.dart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parser/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kakaotalk_parser.dart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services/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llm_service.dart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claude / openai / gemini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prompt_builder.dart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url_metadata_service.dart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providers/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digest / navigation / settings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screens/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home / room_detail / digest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calendar / settings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533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1536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ChatMessage, ChatRoom, DailyDigest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37760" y="205740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37760" y="2057400"/>
            <a:ext cx="54864" cy="731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2219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130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2404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API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abstraction, URL metadata, Prompts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937760" y="2926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937760" y="292608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906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providers/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0" y="3273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Digest, Navigation, Settings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937760" y="37947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937760" y="379476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95935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0" y="41422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Detail, Calendar, Settings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1131951"/>
            <a:ext cx="7498080" cy="534924"/>
          </a:xfrm>
          <a:prstGeom prst="rect">
            <a:avLst/>
          </a:prstGeom>
          <a:solidFill>
            <a:srgbClr val="F3E8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1280160"/>
            <a:ext cx="1828800" cy="228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(UI)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 |  RoomDetailScreen  |  DigestScreen  |  CalendarScreen  |  SettingsScreen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719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56054"/>
            <a:ext cx="7498080" cy="534924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0120" y="2104263"/>
            <a:ext cx="1828800" cy="228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60120" y="210426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(State)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012823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DigestNotifier  |  SettingsNotifier  |  NavigationProvider  |  Derived Providers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254317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796159"/>
            <a:ext cx="7498080" cy="534924"/>
          </a:xfrm>
          <a:prstGeom prst="rect">
            <a:avLst/>
          </a:prstGeom>
          <a:solidFill>
            <a:srgbClr val="DBEAFE"/>
          </a:solidFill>
          <a:ln w="1905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2944368"/>
            <a:ext cx="1828800" cy="2286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012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(Logic)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85292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LlmService (abstract)  |  ClaudeService  |  OpenaiService  |  GeminiService  |  PromptBuilder  |  UrlMetadataService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0" y="3383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657600"/>
            <a:ext cx="7498080" cy="534924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60120" y="3805809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0120" y="3805809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(Data)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714369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ChatMessage  |  ChatRoom  |  DailyDigest  |  MessageType  |  LlmResult</a:t>
            </a:r>
            <a:endParaRPr lang="en-US" sz="10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B7B2B33-D947-8533-2A8C-3FE44C272A5C}"/>
              </a:ext>
            </a:extLst>
          </p:cNvPr>
          <p:cNvGrpSpPr/>
          <p:nvPr/>
        </p:nvGrpSpPr>
        <p:grpSpPr>
          <a:xfrm>
            <a:off x="640080" y="4340733"/>
            <a:ext cx="7863840" cy="640080"/>
            <a:chOff x="6067697" y="3768634"/>
            <a:chExt cx="7863840" cy="640080"/>
          </a:xfrm>
        </p:grpSpPr>
        <p:sp>
          <p:nvSpPr>
            <p:cNvPr id="23" name="Shape 21"/>
            <p:cNvSpPr/>
            <p:nvPr/>
          </p:nvSpPr>
          <p:spPr>
            <a:xfrm>
              <a:off x="6067697" y="3768634"/>
              <a:ext cx="7863840" cy="6400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0577" y="3860074"/>
              <a:ext cx="320040" cy="320040"/>
            </a:xfrm>
            <a:prstGeom prst="rect">
              <a:avLst/>
            </a:prstGeom>
          </p:spPr>
        </p:pic>
        <p:sp>
          <p:nvSpPr>
            <p:cNvPr id="25" name="Text 22"/>
            <p:cNvSpPr/>
            <p:nvPr/>
          </p:nvSpPr>
          <p:spPr>
            <a:xfrm>
              <a:off x="6707777" y="3768634"/>
              <a:ext cx="68580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Riverpod Pattern:  </a:t>
              </a:r>
              <a:r>
                <a:rPr lang="en-US" sz="1100" b="1" dirty="0">
                  <a:solidFill>
                    <a:srgbClr val="7C3AED"/>
                  </a:solidFill>
                </a:rPr>
                <a:t>Screens </a:t>
              </a:r>
              <a:r>
                <a:rPr lang="en-US" sz="1100" dirty="0">
                  <a:solidFill>
                    <a:srgbClr val="475569"/>
                  </a:solidFill>
                </a:rPr>
                <a:t>watch() </a:t>
              </a:r>
              <a:r>
                <a:rPr lang="en-US" sz="1100" b="1" dirty="0">
                  <a:solidFill>
                    <a:srgbClr val="D97706"/>
                  </a:solidFill>
                </a:rPr>
                <a:t>Providers </a:t>
              </a:r>
              <a:r>
                <a:rPr lang="en-US" sz="1100" dirty="0">
                  <a:solidFill>
                    <a:srgbClr val="475569"/>
                  </a:solidFill>
                </a:rPr>
                <a:t>→ call </a:t>
              </a:r>
              <a:r>
                <a:rPr lang="en-US" sz="1100" b="1" dirty="0">
                  <a:solidFill>
                    <a:srgbClr val="1565C0"/>
                  </a:solidFill>
                </a:rPr>
                <a:t>Services </a:t>
              </a:r>
              <a:r>
                <a:rPr lang="en-US" sz="1100" dirty="0">
                  <a:solidFill>
                    <a:srgbClr val="475569"/>
                  </a:solidFill>
                </a:rPr>
                <a:t>→ return </a:t>
              </a:r>
              <a:r>
                <a:rPr lang="en-US" sz="1100" b="1" dirty="0">
                  <a:solidFill>
                    <a:srgbClr val="059669"/>
                  </a:solidFill>
                </a:rPr>
                <a:t>Models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FilePicker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파일 선택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7373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118872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290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TXT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2900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정규식 패턴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추출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373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43600" y="118872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6080760" y="132588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60807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3258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807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Date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08076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ChatRoom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날짜별 분류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31520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▼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943600" y="310896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6080760" y="324612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/>
          <p:nvPr/>
        </p:nvSpPr>
        <p:spPr>
          <a:xfrm>
            <a:off x="60807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24612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8076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Metadata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08076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제목 추출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처리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6235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◀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3291840" y="310896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3429000" y="32461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/>
          <p:nvPr/>
        </p:nvSpPr>
        <p:spPr>
          <a:xfrm>
            <a:off x="3429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24612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42900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Summary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4290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생성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 요청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29718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◀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640080" y="310896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7440" y="324612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7724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DailyDigest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77724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저장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추출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Service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8229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</a:t>
            </a:r>
            <a:r>
              <a:rPr lang="en-US" sz="1400" b="1" dirty="0">
                <a:solidFill>
                  <a:srgbClr val="FEE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Future&lt;LlmResult&gt; summarize(String prompt, String apiKey)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96596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34840" y="2194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52360" y="196596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24688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claude-sonnet-4-5-20250514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264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/v1/messages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5570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496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142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/ $15 per 1M tokens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46888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383280" y="2468880"/>
            <a:ext cx="24688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3832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3264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/chat/completions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35570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38496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4142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 / $1.6 per 1M tokens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46888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263640" y="2468880"/>
            <a:ext cx="2468880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6364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GeminiService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gemini-2.0-flash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264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/generativelanguage/v1beta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5570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38496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142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 / $0.4 per 1M tokens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2960" y="4663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6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Pattern: LLM provider is swappable at runtime via Settings without UI changes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Design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4864" cy="1645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41248" y="1371600"/>
            <a:ext cx="502920" cy="502920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481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Notifier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class + Notifier 패턴으로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상태 관리.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copyWith 상태 업데이트,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watch()/read() UI 바인딩.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54864" cy="1645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864608" y="1371600"/>
            <a:ext cx="502920" cy="50292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4813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92040" y="1965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LlmService를 통한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추상화. 런타임에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프로바이더 교체 가능.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변경 없이 스위칭.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40080" y="3108960"/>
            <a:ext cx="54864" cy="1645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41248" y="3291840"/>
            <a:ext cx="502920" cy="50292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40156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6868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키 (roomName_YYYY-MM-DD)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API 호출 방지.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절약 및 비용 최적화.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요약 자동 스킵.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31089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663440" y="310896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4864608" y="3291840"/>
            <a:ext cx="502920" cy="50292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40156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Tracking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89204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입력/출력 토큰 카운팅.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모델별 USD 비용 산출.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화면에 통계 표시.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LlmResult 통합 관리.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 Navigation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548640" cy="45720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EE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MainShellScreen (IndexedStack + BottomNavigationBar)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228600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05840" y="1874520"/>
            <a:ext cx="548640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0</a:t>
            </a:r>
            <a:endParaRPr lang="en-US" sz="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8745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CalendarScreen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캘린더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마커 표시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20440" y="1783080"/>
            <a:ext cx="228600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611880" y="1874520"/>
            <a:ext cx="548640" cy="20116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61188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1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745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HomeScreen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1188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채팅방 목록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추가/수정/삭제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1783080"/>
            <a:ext cx="228600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217920" y="1874520"/>
            <a:ext cx="548640" cy="20116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21792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2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8745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SettingsScreen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179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설정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선택/통계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9144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Navigation →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560320" y="365760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265176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RoomDetailScreen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265176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날짜별 타임라인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86400" y="365760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557784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DigestScreen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57784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상세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EE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1280160"/>
          </a:xfrm>
          <a:prstGeom prst="roundRect">
            <a:avLst>
              <a:gd name="adj" fmla="val 14286"/>
            </a:avLst>
          </a:prstGeom>
          <a:solidFill>
            <a:srgbClr val="FEE5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1828800" cy="1097280"/>
          </a:xfrm>
          <a:prstGeom prst="roundRect">
            <a:avLst>
              <a:gd name="adj" fmla="val 16667"/>
            </a:avLst>
          </a:prstGeom>
          <a:solidFill>
            <a:srgbClr val="FEE5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E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KakaoTalk Parser Architecture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E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E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1752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E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E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863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Claude Code  |  v1.0.4  |  Flutter + Dart + Riverpod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664</Words>
  <Application>Microsoft Office PowerPoint</Application>
  <PresentationFormat>화면 슬라이드 쇼(16:9)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KakaoTalk Parser - Architecture Overview</dc:title>
  <dc:subject>PptxGenJS Presentation</dc:subject>
  <dc:creator>Claude Code</dc:creator>
  <cp:lastModifiedBy>김민혁</cp:lastModifiedBy>
  <cp:revision>2</cp:revision>
  <dcterms:created xsi:type="dcterms:W3CDTF">2026-02-24T03:39:33Z</dcterms:created>
  <dcterms:modified xsi:type="dcterms:W3CDTF">2026-02-24T03:45:43Z</dcterms:modified>
</cp:coreProperties>
</file>